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latin typeface="맑은 고딕"/>
                <a:rFonts ea="맑은 고딕" ascii="맑은 고딕" hAnsi="맑은 고딕" cs="맑은 고딕"/>
              </a:rPr>
              <a:t>가상자산 시장 전망 및 주요 전략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맑은 고딕"/>
                <a:rFonts ea="맑은 고딕" ascii="맑은 고딕" hAnsi="맑은 고딕" cs="맑은 고딕"/>
              </a:rPr>
              <a:t>AI Generated Presentation</a:t>
            </a:r>
          </a:p>
          <a:p>
            <a:r>
              <a:rPr sz="1800">
                <a:latin typeface="맑은 고딕"/>
                <a:rFonts ea="맑은 고딕" ascii="맑은 고딕" hAnsi="맑은 고딕" cs="맑은 고딕"/>
              </a:rPr>
              <a:t>Generated at: 2026-03-23 09:17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가상자산 시장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기관 투자 유입 증가로 시장 규모가 지속 성장함.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각국 정부의 CBDC 등 디지털 통화 연구가 활발함.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디파이, NFT 등 혁신적 블록체인 응용 분야가 확장됨.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기술 발전 및 사용자 접근성 개선이 시장 성장을 견인함.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성장 동력과 기회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Web3 생태계 확대로 가상자산 활용처가 다양화될 전망임.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메타버스 경제 활성화에 따른 디지털 자산 수요가 증가할 것으로 예상됨.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규제 명확화 및 제도권 편입으로 투자 신뢰도가 제고될 수 있음.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신흥국 대상 금융 포용성 확대에 기여할 잠재력을 보유함.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맑은 고딕"/>
                <a:rFonts ea="맑은 고딕" ascii="맑은 고딕" hAnsi="맑은 고딕" cs="맑은 고딕"/>
              </a:rPr>
              <a:t>주요 위험 및 대응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각국 정부의 규제 불확실성이 여전히 상존함.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높은 가격 변동성으로 인한 투자 위험이 존재함.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보안 취약점 및 해킹 위협에 대한 지속적인 대응이 필요함.</a:t>
            </a:r>
          </a:p>
          <a:p>
            <a:pPr/>
            <a:r>
              <a:rPr sz="2200">
                <a:latin typeface="맑은 고딕"/>
                <a:rFonts ea="맑은 고딕" ascii="맑은 고딕" hAnsi="맑은 고딕" cs="맑은 고딕"/>
              </a:rPr>
              <a:t>투자 전 충분한 리서치와 분산 투자 전략 수립이 중요함.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가상자산 시장 전망 및 주요 전략</dc:title>
  <dc:subject/>
  <dc:creator>PPT Agent (AI)</dc:creator>
  <cp:keywords>AIGenerated, PPTAgent, 맑은 고딕</cp:keywords>
  <dc:description>{"generated_at": "2026-03-23T09:17:20.898146", "template_used": "default", "font_used": "맑은 고딕"}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