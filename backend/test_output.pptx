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latin typeface="맑은 고딕"/>
                <a:rFonts ea="맑은 고딕" ascii="맑은 고딕" hAnsi="맑은 고딕" cs="맑은 고딕"/>
              </a:rPr>
              <a:t>AI 헬스케어의 미래와 전망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맑은 고딕"/>
                <a:rFonts ea="맑은 고딕" ascii="맑은 고딕" hAnsi="맑은 고딕" cs="맑은 고딕"/>
              </a:rPr>
              <a:t>AI Generated Presentation</a:t>
            </a:r>
          </a:p>
          <a:p>
            <a:r>
              <a:rPr sz="1800">
                <a:latin typeface="맑은 고딕"/>
                <a:rFonts ea="맑은 고딕" ascii="맑은 고딕" hAnsi="맑은 고딕" cs="맑은 고딕"/>
              </a:rPr>
              <a:t>Generated at: 2026-03-23 09:05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도전과 전망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의료진과 AI의 협력이 미래 헬스케어의 핵심이 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인공지능(AI)이 의료 분야에 혁신을 가져옴.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적용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신약 개발 속도를 획기적으로 단축함.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의료 영상 판독의 정확도와 속도를 높임.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헬스케어의 미래와 전망</dc:title>
  <dc:subject/>
  <dc:creator>PPT Agent (AI)</dc:creator>
  <cp:keywords>AIGenerated, PPTAgent, 맑은 고딕</cp:keywords>
  <dc:description>{"generated_at": "2026-03-23T09:05:30.751528", "template_used": "default", "font_used": "맑은 고딕"}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