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>
                <a:latin typeface="맑은 고딕"/>
                <a:rFonts ea="맑은 고딕" ascii="맑은 고딕" hAnsi="맑은 고딕" cs="맑은 고딕"/>
              </a:rPr>
              <a:t>인공지능 윤리: 지속 가능한 미래를 위한 필수 고려사항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latin typeface="맑은 고딕"/>
                <a:rFonts ea="맑은 고딕" ascii="맑은 고딕" hAnsi="맑은 고딕" cs="맑은 고딕"/>
              </a:rPr>
              <a:t>AI Generated Presentation</a:t>
            </a:r>
          </a:p>
          <a:p>
            <a:r>
              <a:rPr sz="1800">
                <a:latin typeface="맑은 고딕"/>
                <a:rFonts ea="맑은 고딕" ascii="맑은 고딕" hAnsi="맑은 고딕" cs="맑은 고딕"/>
              </a:rPr>
              <a:t>Generated at: 2026-03-23 09:17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맑은 고딕"/>
                <a:rFonts ea="맑은 고딕" ascii="맑은 고딕" hAnsi="맑은 고딕" cs="맑은 고딕"/>
              </a:rPr>
              <a:t>AI 윤리, 왜 중요한가?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인공지능 기술 발전 가속화로 사회 전반에 막대한 영향력 행사함</a:t>
            </a:r>
          </a:p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기술 오남용 및 부작용 발생 가능성 증대로 윤리적 고려 필수적임</a:t>
            </a:r>
          </a:p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사회적 신뢰 확보 및 기술 수용성 증진을 위한 핵심 요소가 됨</a:t>
            </a:r>
          </a:p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지속 가능한 AI 발전과 인류 복지 증진에 기여함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맑은 고딕"/>
                <a:rFonts ea="맑은 고딕" ascii="맑은 고딕" hAnsi="맑은 고딕" cs="맑은 고딕"/>
              </a:rPr>
              <a:t>핵심 윤리 쟁점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데이터 편향(Bias)으로 인한 차별 및 불공정성 문제 발생함</a:t>
            </a:r>
          </a:p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알고리즘의 불투명성(Black Box)으로 의사결정 과정 이해 어려움</a:t>
            </a:r>
          </a:p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자율성 증가에 따른 책임 소재 불분명 및 통제 문제 야기함</a:t>
            </a:r>
          </a:p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개인 정보 침해 및 사생활 감시 가능성 증대 우려됨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맑은 고딕"/>
                <a:rFonts ea="맑은 고딕" ascii="맑은 고딕" hAnsi="맑은 고딕" cs="맑은 고딕"/>
              </a:rPr>
              <a:t>윤리적 AI 구현 방안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개발 단계부터 윤리 원칙을 내재화하는 '설계 단계 윤리' 적용함</a:t>
            </a:r>
          </a:p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다양성 확보 및 편향 검증을 통한 공정하고 포괄적인 데이터 구축함</a:t>
            </a:r>
          </a:p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설명 가능 인공지능(XAI) 연구로 알고리즘 투명성 및 이해도 높임</a:t>
            </a:r>
          </a:p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AI 윤리 가이드라인 제정 및 규제 프레임워크 마련으로 책임성 강화함</a:t>
            </a:r>
          </a:p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지속적인 사회적 논의와 교육을 통해 윤리적 인식 함양함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인공지능 윤리: 지속 가능한 미래를 위한 필수 고려사항</dc:title>
  <dc:subject/>
  <dc:creator>PPT Agent (AI)</dc:creator>
  <cp:keywords>AIGenerated, PPTAgent, 맑은 고딕</cp:keywords>
  <dc:description>{"generated_at": "2026-03-23T09:17:28.470486", "template_used": "default", "font_used": "맑은 고딕"}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