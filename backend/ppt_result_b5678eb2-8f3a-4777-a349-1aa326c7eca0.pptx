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latin typeface="맑은 고딕"/>
                <a:rFonts ea="맑은 고딕" ascii="맑은 고딕" hAnsi="맑은 고딕" cs="맑은 고딕"/>
              </a:rPr>
              <a:t>미래 자동차 기술 혁신과 산업 전망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맑은 고딕"/>
                <a:rFonts ea="맑은 고딕" ascii="맑은 고딕" hAnsi="맑은 고딕" cs="맑은 고딕"/>
              </a:rPr>
              <a:t>AI Generated Presentation</a:t>
            </a:r>
          </a:p>
          <a:p>
            <a:r>
              <a:rPr sz="1800">
                <a:latin typeface="맑은 고딕"/>
                <a:rFonts ea="맑은 고딕" ascii="맑은 고딕" hAnsi="맑은 고딕" cs="맑은 고딕"/>
              </a:rPr>
              <a:t>Generated at: 2026-03-23 09:17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자율주행 기술의 진화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자율주행 기술은 운전자의 개입을 최소화하며 안전성과 편의성을 향상함.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레벨 3 이상의 고도 자율주행 상용화를 위한 기술 개발이 가속화되고 있음.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고성능 센서, 인공지능, 고정밀 지도 기술이 핵심 요소로 작용함.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규제 정비와 사회적 수용성 확보가 중요한 과제로 부상함.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전동화 및 연결성 강화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내연기관에서 전기차로의 전환이 가속화되며 자동차 시장을 재편함.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배터리 성능 향상과 충전 인프라 확충이 핵심 경쟁력으로 부각됨.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차량 내외부 연결성 강화를 통해 다양한 인포테인먼트 서비스가 제공됨.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V2X 통신 기술로 차량 간, 차량-인프라 간 실시간 정보 교환이 가능함.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미래 모빌리티 서비스의 확장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차량 공유, MaaS(Mobility-as-a-Service) 등 새로운 모빌리티 모델이 확산됨.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도심 항공 모빌리티(UAM)와 목적 기반 모빌리티(PBV) 개발이 활발함.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자동차는 단순한 이동 수단을 넘어 생활 및 업무 공간으로 진화하고 있음.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개인 맞춤형 서비스 제공으로 사용자 경험 극대화가 목표임.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 자동차 기술 혁신과 산업 전망</dc:title>
  <dc:subject/>
  <dc:creator>PPT Agent (AI)</dc:creator>
  <cp:keywords>AIGenerated, PPTAgent, 맑은 고딕</cp:keywords>
  <dc:description>{"generated_at": "2026-03-23T09:17:13.752178", "template_used": "default", "font_used": "맑은 고딕"}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